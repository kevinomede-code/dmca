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C44A2E"/>
          </a:solidFill>
          <a:ln w="12700">
            <a:solidFill>
              <a:srgbClr val="C44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4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Cost of Ignoring Latency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92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chosen on accuracy alone can be 6× more accurate and still unsafe — because a single violated constraint silently destroys the ability to detect drift on the edge.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5577840" cy="3840480"/>
          </a:xfrm>
          <a:prstGeom prst="rect">
            <a:avLst/>
          </a:prstGeom>
          <a:solidFill>
            <a:srgbClr val="FCEEEA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40280"/>
            <a:ext cx="128016" cy="3840480"/>
          </a:xfrm>
          <a:prstGeom prst="rect">
            <a:avLst/>
          </a:prstGeom>
          <a:solidFill>
            <a:srgbClr val="C44A2E"/>
          </a:solidFill>
          <a:ln w="12700">
            <a:solidFill>
              <a:srgbClr val="C44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4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Accuracy-first pick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Moirai-S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3291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33101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6.1× better than PatchTST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703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on T4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53.73 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37216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benchmark budget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on Jetson Nano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08960" y="4114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~537 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41330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T4→Jetson factor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4572000"/>
            <a:ext cx="5029200" cy="18288"/>
          </a:xfrm>
          <a:prstGeom prst="rect">
            <a:avLst/>
          </a:prstGeom>
          <a:solidFill>
            <a:srgbClr val="D9DFE7"/>
          </a:solidFill>
          <a:ln w="12700">
            <a:solidFill>
              <a:srgbClr val="D9DF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709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10.7× SLA violation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5120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~6,700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926080" y="51663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checks/h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(vs. 122,900)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4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inferences in the 1000 ms drift window — </a:t>
            </a:r>
            <a:pPr indent="0" marL="0">
              <a:buNone/>
            </a:pPr>
            <a:r>
              <a:rPr lang="en-US" sz="1150" b="1" dirty="0">
                <a:solidFill>
                  <a:srgbClr val="C4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NOT detected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2240280"/>
            <a:ext cx="5577840" cy="38404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2240280"/>
            <a:ext cx="128016" cy="3840480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377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Constraint-aware pick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26517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53796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15400" y="3291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195560" y="33101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accuracy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37960" y="3703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on T4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91540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5.86 ms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195560" y="37216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stable P95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37960" y="4114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Margin-adjusted (×1.5)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15400" y="4114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 ms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195560" y="41330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50 ms SLA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37960" y="4572000"/>
            <a:ext cx="5029200" cy="18288"/>
          </a:xfrm>
          <a:prstGeom prst="rect">
            <a:avLst/>
          </a:prstGeom>
          <a:solidFill>
            <a:srgbClr val="243B5C"/>
          </a:solidFill>
          <a:ln w="12700">
            <a:solidFill>
              <a:srgbClr val="243B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4709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SLA — admissibility PASS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37960" y="5120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122,900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8732520" y="51663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checks/h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(full monitoring rate)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3796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pPr indent="0" marL="0">
              <a:buNone/>
            </a:pPr>
            <a:r>
              <a:rPr lang="en-US" sz="1150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inferences in the 1000 ms drift window — </a:t>
            </a:r>
            <a:pPr indent="0" marL="0">
              <a:buNone/>
            </a:pPr>
            <a:r>
              <a:rPr lang="en-US" sz="1150" b="1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detected</a:t>
            </a:r>
            <a:pPr indent="0" marL="0">
              <a:buNone/>
            </a:pPr>
            <a:r>
              <a:rPr lang="en-US" sz="1150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57200" y="6217920"/>
            <a:ext cx="1129284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9DFE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6217920"/>
            <a:ext cx="91440" cy="502920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62636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6× MAE advantage becomes </a:t>
            </a:r>
            <a:pPr indent="0" marL="0">
              <a:buNone/>
            </a:pPr>
            <a:r>
              <a:rPr lang="en-US" sz="1300" b="1" dirty="0">
                <a:solidFill>
                  <a:srgbClr val="C4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safety-inferior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 a single violated constraint. </a:t>
            </a:r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DMCA's Stage 3 admissibility filter blocks this scenario automatically.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Safety Cost of Ignoring Latency</dc:title>
  <dc:subject>PptxGenJS Presentation</dc:subject>
  <dc:creator>Kevin Omede</dc:creator>
  <cp:lastModifiedBy>Kevin Omede</cp:lastModifiedBy>
  <cp:revision>1</cp:revision>
  <dcterms:created xsi:type="dcterms:W3CDTF">2026-06-15T02:23:11Z</dcterms:created>
  <dcterms:modified xsi:type="dcterms:W3CDTF">2026-06-15T02:23:11Z</dcterms:modified>
</cp:coreProperties>
</file>
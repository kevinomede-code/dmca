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E4068"/>
          </a:solidFill>
          <a:ln w="12700">
            <a:solidFill>
              <a:srgbClr val="1E40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188720"/>
            <a:ext cx="457200" cy="7315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Model-Context Alignment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Digital-Twin-driven framework for constraint-aware selection and re-alignment of edge AI models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Omede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Industrial Production and Technological Innovation Engineering — Politecnico di Torino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degree with Business Administration and Production Systems — UIC Barcelona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Visiting Researcher, Beihang University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0" y="4937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5212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Alessandro Simeone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0" y="55778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61120" y="5852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0" y="6263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joint call with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961120" y="6492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SystemX &amp; Paris-Saclay — June 18,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decision in an evolving context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for edge AI is largely a </a:t>
            </a:r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design choice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pick a model, deploy, hope it holds.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hardware, latency SLA, sensors and process drift keep changing. When the context moves, the chosen model silently becomes the wrong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554480"/>
            <a:ext cx="5394960" cy="3291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framing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7960" y="21488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is a </a:t>
            </a:r>
            <a:pPr indent="0" marL="0">
              <a:buNone/>
            </a:pPr>
            <a:r>
              <a:rPr lang="en-US" sz="15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alignment problem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governed by the Digital Twin of the asset.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1089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DT (formalised as an AAS) carries the constraints; the framework continuously re-evaluates the fit between the deployed model and the operating context, and acts when the gap grows.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5212080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5212080"/>
            <a:ext cx="73152" cy="91440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285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5605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accelerator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5212080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5212080"/>
            <a:ext cx="73152" cy="91440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5285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26280" y="5605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memory, cost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5212080"/>
            <a:ext cx="3657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38160" y="5212080"/>
            <a:ext cx="73152" cy="91440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66760" y="5285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66760" y="5605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/ process drift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drives the framework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73152" cy="292608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2880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i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Digital Twin, formalised as an Asset Administration Shell (AAS), drive continuous selection and re-alignment of edge AI models when both asset constraints and data distributions evolve over time?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5440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the right model given heterogeneous constraints?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5120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97680" y="5440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5760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detect and classify context shifts at runtime?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5120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5440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38160" y="57607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(and how) should the deployed model be replaced?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a five-stage closed loop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1488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11680"/>
            <a:ext cx="2148840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228600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Profiling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describes asset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rot="5400000">
            <a:off x="2624328" y="2679192"/>
            <a:ext cx="128016" cy="128016"/>
          </a:xfrm>
          <a:prstGeom prst="rightTriangl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8920" y="2011680"/>
            <a:ext cx="21488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011680"/>
            <a:ext cx="2148840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9020" y="228600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90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834640" y="2880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 multi-criteria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rot="5400000">
            <a:off x="4956048" y="2679192"/>
            <a:ext cx="128016" cy="128016"/>
          </a:xfrm>
          <a:prstGeom prst="rightTriangl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2011680"/>
            <a:ext cx="21488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2011680"/>
            <a:ext cx="2148840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20740" y="228600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207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66360" y="2880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(4 checks)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7287768" y="2679192"/>
            <a:ext cx="128016" cy="128016"/>
          </a:xfrm>
          <a:prstGeom prst="rightTriangl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2360" y="2011680"/>
            <a:ext cx="21488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52360" y="2011680"/>
            <a:ext cx="2148840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52460" y="228600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24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498080" y="2880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ADWIN + decision tree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rot="5400000">
            <a:off x="9619488" y="2679192"/>
            <a:ext cx="128016" cy="128016"/>
          </a:xfrm>
          <a:prstGeom prst="rightTriangl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2011680"/>
            <a:ext cx="2148840" cy="14630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84080" y="2011680"/>
            <a:ext cx="2148840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84180" y="228600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8418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9829800" y="2880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Re-alignment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829800" y="31546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Operator-in-the-loop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21924" y="3657600"/>
            <a:ext cx="73152" cy="36576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31620" y="4023360"/>
            <a:ext cx="9326880" cy="7315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531620" y="3657600"/>
            <a:ext cx="73152" cy="36576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495044" y="3520440"/>
            <a:ext cx="146304" cy="146304"/>
          </a:xfrm>
          <a:prstGeom prst="rightTriangl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251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— re-evaluation triggered when context drifts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54864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(this thesis): single asset, JSON AAS Type 1, batch simulation. The five stages are implemented and validated empirically.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Profiling — the AAS carries the constraints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AAS encodes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28016" cy="128016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57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468880" y="2057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cores, RAM, accelerator class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28016" cy="128016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06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SLA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tolerable inference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28016" cy="128016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1546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topology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3154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channels, sampling rate, ranges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128016" cy="128016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7033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range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3703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nominal regimes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128016" cy="128016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budget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468880" y="4251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cost ceiling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55080" y="1554480"/>
            <a:ext cx="539496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implementation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21031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Type 1, serialised as JSON. Static per-asset descriptor consumed by Stage 2 at design 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3017520"/>
            <a:ext cx="5029200" cy="2651760"/>
          </a:xfrm>
          <a:prstGeom prst="rect">
            <a:avLst/>
          </a:prstGeom>
          <a:solidFill>
            <a:srgbClr val="0B1B2E"/>
          </a:solidFill>
          <a:ln w="12700">
            <a:solidFill>
              <a:srgbClr val="0B1B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1546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"asset": "jetson_orin_nx",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"hardware":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"cpu_cores": 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"ram_gb": 16,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"accelerator": "ampere_gpu"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"sla": { "latency_ms": 500, "cost_max": 0.05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"sensors": [...]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0E8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conformant with IEC 63278 (AAS, CDV) and ISO 23247 / ISO/IEC 30173.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model selection — TOPSIS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criteria, normalised and weighted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1945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accuracy (benefit)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880360"/>
            <a:ext cx="73152" cy="64008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29718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17520" y="2971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 (cost)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57600"/>
            <a:ext cx="73152" cy="64008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37490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749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(cost)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434840"/>
            <a:ext cx="54864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434840"/>
            <a:ext cx="73152" cy="64008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526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828800" y="45262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0.1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17520" y="4526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restricted (benefit)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1554480"/>
            <a:ext cx="5394960" cy="429768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21031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candidate model in the registry is scored against the AAS-encoded constraints. TOPSIS ranks them by relative closeness to the ideal solution.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3200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Tie-breaking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· license · data-availability · ONNX 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37960" y="4023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4343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admissible model exists: structured event + copilot alert.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51206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 on α/β weights performed as ablation.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3 &amp;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the deployment, watching for drift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4480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73736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783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— Quality Gate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checks before the candidate model is promoted to production: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926080"/>
            <a:ext cx="164592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620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under SLA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429000"/>
            <a:ext cx="164592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649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shape consistency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164592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8679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(no zero-shot collapse)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434840"/>
            <a:ext cx="164592" cy="164592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3708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headroom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52120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PASS, the AAS DeploymentState is written back.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554480"/>
            <a:ext cx="5486400" cy="4480560"/>
          </a:xfrm>
          <a:prstGeom prst="rect">
            <a:avLst/>
          </a:prstGeom>
          <a:solidFill>
            <a:srgbClr val="F5F7FA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1783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 — DMCA-Drift v3.1.1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detector + AAS context enrichment: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834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28346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ADWIN (River, δ=0.002) + secondary variance trigger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34747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over 8 hand-crafted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9224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context enrichment (severity, recommended action)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4983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drift classes: abrupt · gradual · incremental · variance shift · distribution shift · outlier-driven · unclassified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Re-alignment — closing the loop with the operator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743200" cy="210312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54480" y="2103120"/>
            <a:ext cx="548640" cy="54864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544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deployment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runs in parallel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743200" cy="210312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2103120"/>
            <a:ext cx="548640" cy="54864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2900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check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gate before 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743200" cy="210312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2103120"/>
            <a:ext cx="548640" cy="54864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confirm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L1/L2/L3, timeout policy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98280" y="1828800"/>
            <a:ext cx="2743200" cy="210312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95560" y="2103120"/>
            <a:ext cx="548640" cy="54864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9556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89720" y="27889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swap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3246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10-tick grace + audit trail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11292840" cy="14630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copilot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4892040"/>
            <a:ext cx="10835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Tier-based LLM router (Haiku / Sonnet) bridges drift evidence and operator decision. COPILOTCONFIRM policy: on timeout, reject if SIL≥2, approve if SIL&lt;2.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— eight foundation models, one decision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348×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variation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8 architectures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1874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48056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compute cost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serverless NVIDIA T4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657600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8745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32104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threshold 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accurate model fails 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06240"/>
            <a:ext cx="11292840" cy="1828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343400"/>
            <a:ext cx="10835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 case for constraint-aware selection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800600"/>
            <a:ext cx="10835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TimesFM reaches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= 0.006</a:t>
            </a:r>
            <a:pPr indent="0" marL="0">
              <a:buNone/>
            </a:pPr>
            <a:r>
              <a:rPr lang="en-US" sz="14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CMAPSS FD001 — the most accurate model in the registry — </a:t>
            </a:r>
            <a:pPr indent="0" marL="0">
              <a:buNone/>
            </a:pPr>
            <a:r>
              <a:rPr lang="en-US" sz="14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its latency of 2039 ms</a:t>
            </a:r>
            <a:pPr indent="0" marL="0">
              <a:buNone/>
            </a:pPr>
            <a:r>
              <a:rPr lang="en-US" sz="14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makes it </a:t>
            </a:r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operationally unusable</a:t>
            </a:r>
            <a:pPr indent="0" marL="0">
              <a:buNone/>
            </a:pPr>
            <a:r>
              <a:rPr lang="en-US" sz="14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a 500 ms SLA. Accuracy alone is not a deployment decision.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drift-and-recovery cycle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28600" cy="22860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60604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operation, MAE ≈ 0.796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228600" cy="22860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31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1380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ADWIN detection (δ=0.002)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228600" cy="22860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1385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971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classified, candidate selected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28600" cy="22860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611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1400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06040" y="3611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chronos-t5-tiny swapped 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228600" cy="228600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2519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0604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recovers to 0.174 within 20 ticks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0" y="1691640"/>
            <a:ext cx="4892040" cy="41148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1828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219456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9000" dirty="0"/>
          </a:p>
        </p:txBody>
      </p:sp>
      <p:sp>
        <p:nvSpPr>
          <p:cNvPr id="23" name="Text 21"/>
          <p:cNvSpPr/>
          <p:nvPr/>
        </p:nvSpPr>
        <p:spPr>
          <a:xfrm>
            <a:off x="7086600" y="36118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86600" y="3977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7-class drift typology, 5 seeds × 5 drift types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086600" y="4663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= 0.000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86600" y="51206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false alarms across the held-out runs.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DMCA sits in the DT standards landscape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12928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109728" cy="123444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4708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IEC 63278 (CDV)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 for industrial applications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201168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substrate — what the AAS structure looks like in DMCA.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928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54680"/>
            <a:ext cx="109728" cy="123444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644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23247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" y="3703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framework for manufacturing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42900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 for the manufacturing context the framework targets.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11292840" cy="123444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572000"/>
            <a:ext cx="109728" cy="123444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817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30173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— concepts and terminology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4846320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semantic framing of the Digital Twin in the loop.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is implementation-light by design: Phase 1 keeps the AAS as JSON, leaving the runtime / distributed layer as an explicit extension point.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C44A2E"/>
          </a:solidFill>
          <a:ln w="12700">
            <a:solidFill>
              <a:srgbClr val="C44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Cost of Ignoring Latency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92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chosen on accuracy alone can be 6× more accurate and still unsafe — because a single violated constraint silently destroys the ability to detect drift on the edge.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577840" cy="3886200"/>
          </a:xfrm>
          <a:prstGeom prst="rect">
            <a:avLst/>
          </a:prstGeom>
          <a:solidFill>
            <a:srgbClr val="FCEEE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128016" cy="3886200"/>
          </a:xfrm>
          <a:prstGeom prst="rect">
            <a:avLst/>
          </a:prstGeom>
          <a:solidFill>
            <a:srgbClr val="C44A2E"/>
          </a:solidFill>
          <a:ln w="12700">
            <a:solidFill>
              <a:srgbClr val="C44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Accuracy-first pick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Moirai-S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01752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89120" y="32186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6.1× better than PatchTST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 T4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3584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53.73 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36027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benchmark budget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968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on Jetson Nano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017520" y="39684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~537 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0" y="39867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T4→Jetson factor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4389120"/>
            <a:ext cx="5029200" cy="18288"/>
          </a:xfrm>
          <a:prstGeom prst="rect">
            <a:avLst/>
          </a:prstGeom>
          <a:solidFill>
            <a:srgbClr val="D9DFE7"/>
          </a:solidFill>
          <a:ln w="12700">
            <a:solidFill>
              <a:srgbClr val="D9DF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526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10.7× SLA violation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~6,700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926080" y="4983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checks/h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122,900)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532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</a:t>
            </a:r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inferences in the 1000 ms drift window — </a:t>
            </a:r>
            <a:pPr indent="0" marL="0">
              <a:buNone/>
            </a:pPr>
            <a:r>
              <a:rPr lang="en-US" sz="11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NOT detected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2148840"/>
            <a:ext cx="5577840" cy="388620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2148840"/>
            <a:ext cx="128016" cy="388620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286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pick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7960" y="2560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PatchTST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53796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82396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95560" y="321868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accuracy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37960" y="35844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on T4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23960" y="35844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5.86 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195560" y="36027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stable P95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537960" y="39684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6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Margin-adjusted (×1.5)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823960" y="39684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ms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95560" y="39867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50 ms SLA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37960" y="4389120"/>
            <a:ext cx="5029200" cy="18288"/>
          </a:xfrm>
          <a:prstGeom prst="rect">
            <a:avLst/>
          </a:prstGeom>
          <a:solidFill>
            <a:srgbClr val="243B5C"/>
          </a:solidFill>
          <a:ln w="12700">
            <a:solidFill>
              <a:srgbClr val="243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526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SLA — admissibility PASS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537960" y="4937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122,900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8732520" y="498348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checks/h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 monitoring rate)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537960" y="5532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pPr indent="0" marL="0">
              <a:buNone/>
            </a:pPr>
            <a:r>
              <a:rPr lang="en-US" sz="11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inferences in the 1000 ms drift window — </a:t>
            </a:r>
            <a:pPr indent="0" marL="0">
              <a:buNone/>
            </a:pPr>
            <a:r>
              <a:rPr lang="en-US" sz="1100" b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detected</a:t>
            </a:r>
            <a:pPr indent="0" marL="0">
              <a:buNone/>
            </a:pPr>
            <a:r>
              <a:rPr lang="en-US" sz="1100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5897880"/>
            <a:ext cx="1129284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9DFE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5897880"/>
            <a:ext cx="91440" cy="45720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6× MAE advantage becomes </a:t>
            </a:r>
            <a:pPr indent="0" marL="0">
              <a:buNone/>
            </a:pPr>
            <a:r>
              <a:rPr lang="en-US" sz="1200" b="1" dirty="0">
                <a:solidFill>
                  <a:srgbClr val="C44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safety-inferior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a single violated constraint. </a:t>
            </a:r>
            <a:pPr indent="0" marL="0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DMCA's Stage 3 admissibility filter blocks this scenario automatically.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64592" cy="164592"/>
          </a:xfrm>
          <a:prstGeom prst="ellipse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DMCA can grow — applied to something real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integration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validation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5577840" cy="132588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AAS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static JSON to AAS instances across cloud / fog / edge, with submodels populated by runtime node status.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5577840" cy="132588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57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as DT service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TOPSIS lifted from a batch script to a live service consuming submodels and emitting decisions per node.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983480"/>
            <a:ext cx="5577840" cy="132588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20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federation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532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across a fleet of heterogeneous assets, with AAS-to-AAS coordination and shared model registry.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2057400"/>
            <a:ext cx="5486400" cy="132588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1945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17804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SystemX use case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7804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validation on a partner industrial case — beyond synthetic CMAPSS / ETT benchmarks.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3520440"/>
            <a:ext cx="5486400" cy="132588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657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178040" y="3657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quality control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40690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DMCA to additive manufacturing process monitoring — tolerancing-sensitive, sensor-rich, drift-prone.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4983480"/>
            <a:ext cx="5486400" cy="1325880"/>
          </a:xfrm>
          <a:prstGeom prst="rect">
            <a:avLst/>
          </a:prstGeom>
          <a:solidFill>
            <a:srgbClr val="F5F7FA"/>
          </a:solidFill>
          <a:ln w="9525">
            <a:solidFill>
              <a:srgbClr val="D9DF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51206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178040" y="5120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trust study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78040" y="553212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Trust-calibration experiments with real operators in a Learning Factory environment.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217920"/>
            <a:ext cx="11292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the May 2026 exchange with Dr. A. Belfadel (IRT SystemX) — open to any direction the joint discussion takes.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DMCA — Thesis Outline   ·   K. Omede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5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194560"/>
            <a:ext cx="640080" cy="9144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the conversation.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5120640"/>
            <a:ext cx="73152" cy="822960"/>
          </a:xfrm>
          <a:prstGeom prst="rect">
            <a:avLst/>
          </a:prstGeom>
          <a:solidFill>
            <a:srgbClr val="3FA8B8"/>
          </a:solidFill>
          <a:ln w="12700">
            <a:solidFill>
              <a:srgbClr val="3FA8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074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Omede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5486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kevinomede2002@gmail.com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candidate — Politecnico di Torino × Beihang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DMCA — Dynamic Model-Context Alignment</dc:title>
  <dc:subject>PptxGenJS Presentation</dc:subject>
  <dc:creator>Kevin Omede</dc:creator>
  <cp:lastModifiedBy>Kevin Omede</cp:lastModifiedBy>
  <cp:revision>1</cp:revision>
  <dcterms:created xsi:type="dcterms:W3CDTF">2026-06-15T03:58:12Z</dcterms:created>
  <dcterms:modified xsi:type="dcterms:W3CDTF">2026-06-15T03:58:12Z</dcterms:modified>
</cp:coreProperties>
</file>